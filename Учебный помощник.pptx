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1" r:id="rId4"/>
    <p:sldId id="259" r:id="rId5"/>
    <p:sldId id="263" r:id="rId6"/>
    <p:sldId id="264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E7FF"/>
    <a:srgbClr val="9EB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89" autoAdjust="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FC571-27D2-48D7-A471-D206A9B6C65A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662B38-C309-4993-B396-214F407518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799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662B38-C309-4993-B396-214F4075182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1783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97BF90-7917-253D-74C6-C2ECADD77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C872B9B-2ADC-4800-98CF-4F75D82697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9DBBF3-C4A7-6191-095B-E1165F35C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C04E2-5804-4246-880B-3959CCBF21EE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D8336C-A60C-6AC7-578E-72B832A56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62CEF6-66F7-460B-AB5A-46EF262AB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70CA4-0DCA-48BC-8790-7AB5B8B77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5511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386991-C35B-01E5-685E-DA83A88E3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9823BA-C3EA-FCF2-2CB5-F41EE78F1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6FC11E-74C4-0960-ECBD-8AD14AB4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C04E2-5804-4246-880B-3959CCBF21EE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723BE7-4D43-E6B6-7D81-3B9414483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3B6BF4-6555-D4C9-223D-9307F6868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70CA4-0DCA-48BC-8790-7AB5B8B77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8618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0CC283-4F82-8839-B9DE-303AB7D1E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D03698-E303-5A47-FB0A-FB24F2551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6C7BC3-4D62-3A61-693E-44E53D69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C04E2-5804-4246-880B-3959CCBF21EE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F89AFE-4083-F8C9-DF2E-DC5BECEE1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B93E29-FA95-7581-5211-CF7A0DF5E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70CA4-0DCA-48BC-8790-7AB5B8B77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886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CAE239-FC16-FE4F-727F-D48817ECF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908EF4-AFF4-AD36-FFF0-C430EA1032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36CAD2-4C1A-D6DC-C8CC-6382B7B66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08651C0-D153-0019-B60F-F3C257333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C04E2-5804-4246-880B-3959CCBF21EE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26DE53-66C9-251D-CDD2-23FE1666D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A30406A-ACE3-51B7-634F-5E763838A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70CA4-0DCA-48BC-8790-7AB5B8B77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312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3595A5-C647-CE89-E811-B422F5F3C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74B1D02-3359-443E-0C0E-3E3CEF928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ACC16B1-A685-C6AB-14F8-F8F583946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536A57A-3CA5-A6D4-0AB5-ADE53C0769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BD68D45-2C07-64C7-42CD-1330AE690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675F478-0CD6-DC01-55E2-86A120ECB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C04E2-5804-4246-880B-3959CCBF21EE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95DC1A3-9FA5-7AB9-BA1E-231C6C75A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704BD28-ACA2-8ED9-0D38-299EA9D51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70CA4-0DCA-48BC-8790-7AB5B8B77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6529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793F75-AE71-85C1-56E0-127846F25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72F6A97-C2EF-0E8A-099D-8BACC9A49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C04E2-5804-4246-880B-3959CCBF21EE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BAB1041-BAA6-7848-67AF-5D019CEFC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73D78CB-1B67-D89A-A3DC-4C33D635E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70CA4-0DCA-48BC-8790-7AB5B8B77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177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18B0A3C-D518-4036-1DF2-E911E40CA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C04E2-5804-4246-880B-3959CCBF21EE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D5344D3-F68C-DD80-5CED-F25DD60DA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4CE483-9B05-A019-0496-BA080DD86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70CA4-0DCA-48BC-8790-7AB5B8B77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4217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7479D4-6CA9-E80A-09D9-259F658B6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5D82C7-1268-7464-C555-29C2C4280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A1AB674-7E99-E66D-75F3-93C7F4FF4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CD1B1EB-9F85-1E31-76F2-75C92F893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C04E2-5804-4246-880B-3959CCBF21EE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ABD731-FDE6-A567-21E7-3A5CE3C60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B1F5297-7EC9-7109-3496-1A93C9F30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70CA4-0DCA-48BC-8790-7AB5B8B77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698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823C94-16AD-2D5B-2559-A2CC53E70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3A3B39E-98D9-72EF-E116-155B6B30FB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E55C9F1-C1B3-DE90-AE29-D531DBED1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A02C4DD-0ED9-F04E-F4CD-8DD6FFBF1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C04E2-5804-4246-880B-3959CCBF21EE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147544-6313-968B-C667-C404C1D31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97EC7D-9D8C-6966-6452-BFE202AF8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70CA4-0DCA-48BC-8790-7AB5B8B77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386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D75800-AA34-9E89-A55D-3D2DA02F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ABDFCF8-64EB-7676-9411-B171C69D4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4F52B6-5A71-0BDB-C793-FC3A2FA0A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C04E2-5804-4246-880B-3959CCBF21EE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9B6AC2-F667-36F2-6FE1-73D95B354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32DCC2-3945-97F0-AF2A-19407C9B2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70CA4-0DCA-48BC-8790-7AB5B8B77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163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7B48F59-FA7B-630A-B06F-279F5AD6CD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A903ABC-40D2-D519-9FEF-F61DA1F7FD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025DBC-24B1-25A9-4C30-A2D732403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C04E2-5804-4246-880B-3959CCBF21EE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5E9146-3725-2C99-39DA-DC15151A3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E92830-5FAF-6ECF-A188-E4760C9FD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70CA4-0DCA-48BC-8790-7AB5B8B77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821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B83B8A-35AE-F4C1-C581-9AB22FDBC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B62B48C-4FE3-703E-CBC4-D8AC8A51A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CBF688-B108-6B36-9E4F-69F626B986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3C04E2-5804-4246-880B-3959CCBF21EE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D2D04F-C342-7FBC-AE71-40E7EC670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63C6A3-CE45-DC91-FFD5-C5310AAF0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70CA4-0DCA-48BC-8790-7AB5B8B77BE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1514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7F043DE-C1E1-7DC7-2B0C-71F6E95E4C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7E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A69786-5A37-9741-9F21-4C21E1D15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94" y="1111585"/>
            <a:ext cx="9144000" cy="2387600"/>
          </a:xfrm>
        </p:spPr>
        <p:txBody>
          <a:bodyPr/>
          <a:lstStyle/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Учебный помощник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21BB66-A286-BF80-584C-0082F6AAF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6294" y="3641558"/>
            <a:ext cx="3810001" cy="1632284"/>
          </a:xfrm>
        </p:spPr>
        <p:txBody>
          <a:bodyPr/>
          <a:lstStyle/>
          <a:p>
            <a:pPr algn="l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Шушакова Арина</a:t>
            </a:r>
          </a:p>
          <a:p>
            <a:pPr algn="l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Борзыкин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Александр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33C98287-0BED-C6F1-952E-C0B5C9CF22BE}"/>
              </a:ext>
            </a:extLst>
          </p:cNvPr>
          <p:cNvSpPr/>
          <p:nvPr/>
        </p:nvSpPr>
        <p:spPr>
          <a:xfrm rot="16200000">
            <a:off x="8855022" y="3480911"/>
            <a:ext cx="433580" cy="59516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608AA66-B3CD-4CA8-972C-A1C9233ECE90}"/>
              </a:ext>
            </a:extLst>
          </p:cNvPr>
          <p:cNvSpPr/>
          <p:nvPr/>
        </p:nvSpPr>
        <p:spPr>
          <a:xfrm>
            <a:off x="11602454" y="2317192"/>
            <a:ext cx="441157" cy="435632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F0EA54D2-7E00-A7A4-D680-89C822E57857}"/>
              </a:ext>
            </a:extLst>
          </p:cNvPr>
          <p:cNvSpPr/>
          <p:nvPr/>
        </p:nvSpPr>
        <p:spPr>
          <a:xfrm rot="16200000">
            <a:off x="2972223" y="-2621126"/>
            <a:ext cx="408228" cy="595162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4DC7ADDF-CFDC-7381-C745-6CC7BF779AFD}"/>
              </a:ext>
            </a:extLst>
          </p:cNvPr>
          <p:cNvSpPr/>
          <p:nvPr/>
        </p:nvSpPr>
        <p:spPr>
          <a:xfrm>
            <a:off x="200526" y="150570"/>
            <a:ext cx="441157" cy="435632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3150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8941B3-4EC9-B7D5-DBFD-E6F5B8D4C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0A5A38-4E7D-2ED3-88E0-EF3CCABFEB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45895"/>
            <a:ext cx="5157787" cy="3943768"/>
          </a:xfrm>
          <a:prstGeom prst="roundRect">
            <a:avLst>
              <a:gd name="adj" fmla="val 9142"/>
            </a:avLst>
          </a:prstGeom>
          <a:solidFill>
            <a:srgbClr val="D7E7FF"/>
          </a:solidFill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проекта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помощника для изучения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объединение обучения, тестирования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навыка Алисы для удобного общения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D6C7170-4989-D872-925F-8630DDA206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45895"/>
            <a:ext cx="5183188" cy="3943768"/>
          </a:xfrm>
          <a:prstGeom prst="roundRect">
            <a:avLst>
              <a:gd name="adj" fmla="val 8938"/>
            </a:avLst>
          </a:prstGeom>
          <a:solidFill>
            <a:srgbClr val="D7E7FF"/>
          </a:solidFill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проекта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lvl="1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веб-приложение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хранение данных (база данных)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навык Алисы через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webhook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обеспечить поддержку контекста пользователя</a:t>
            </a:r>
          </a:p>
        </p:txBody>
      </p:sp>
    </p:spTree>
    <p:extLst>
      <p:ext uri="{BB962C8B-B14F-4D97-AF65-F5344CB8AC3E}">
        <p14:creationId xmlns:p14="http://schemas.microsoft.com/office/powerpoint/2010/main" val="694288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0DD537B-8947-FFD3-A706-45DDE30A12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7E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B33944-0049-7181-280B-7D3E7C3A6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253" y="327819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проекта</a:t>
            </a:r>
          </a:p>
        </p:txBody>
      </p:sp>
      <p:sp>
        <p:nvSpPr>
          <p:cNvPr id="10" name="Объект 3">
            <a:extLst>
              <a:ext uri="{FF2B5EF4-FFF2-40B4-BE49-F238E27FC236}">
                <a16:creationId xmlns:a16="http://schemas.microsoft.com/office/drawing/2014/main" id="{04441C3D-4C0B-A363-4970-EABAAB59539D}"/>
              </a:ext>
            </a:extLst>
          </p:cNvPr>
          <p:cNvSpPr txBox="1">
            <a:spLocks/>
          </p:cNvSpPr>
          <p:nvPr/>
        </p:nvSpPr>
        <p:spPr>
          <a:xfrm>
            <a:off x="594253" y="1981200"/>
            <a:ext cx="3410479" cy="3979333"/>
          </a:xfrm>
          <a:prstGeom prst="roundRect">
            <a:avLst>
              <a:gd name="adj" fmla="val 9398"/>
            </a:avLst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Алиса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webhook →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→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БД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Браузер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→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БД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→ Flask →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БД</a:t>
            </a:r>
          </a:p>
        </p:txBody>
      </p:sp>
      <p:sp>
        <p:nvSpPr>
          <p:cNvPr id="16" name="Объект 3">
            <a:extLst>
              <a:ext uri="{FF2B5EF4-FFF2-40B4-BE49-F238E27FC236}">
                <a16:creationId xmlns:a16="http://schemas.microsoft.com/office/drawing/2014/main" id="{AA5406D0-601A-5044-287D-B0C7FA1F6D38}"/>
              </a:ext>
            </a:extLst>
          </p:cNvPr>
          <p:cNvSpPr txBox="1">
            <a:spLocks/>
          </p:cNvSpPr>
          <p:nvPr/>
        </p:nvSpPr>
        <p:spPr>
          <a:xfrm>
            <a:off x="8187267" y="1981200"/>
            <a:ext cx="3410479" cy="3979333"/>
          </a:xfrm>
          <a:prstGeom prst="roundRect">
            <a:avLst>
              <a:gd name="adj" fmla="val 9398"/>
            </a:avLst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Технологии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(ORM)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Flask-Login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Webhook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Объект 3">
            <a:extLst>
              <a:ext uri="{FF2B5EF4-FFF2-40B4-BE49-F238E27FC236}">
                <a16:creationId xmlns:a16="http://schemas.microsoft.com/office/drawing/2014/main" id="{FF408ABD-FC51-943C-D3C2-1DF38C30F32E}"/>
              </a:ext>
            </a:extLst>
          </p:cNvPr>
          <p:cNvSpPr txBox="1">
            <a:spLocks/>
          </p:cNvSpPr>
          <p:nvPr/>
        </p:nvSpPr>
        <p:spPr>
          <a:xfrm>
            <a:off x="4390760" y="1981200"/>
            <a:ext cx="3410479" cy="3979333"/>
          </a:xfrm>
          <a:prstGeom prst="roundRect">
            <a:avLst>
              <a:gd name="adj" fmla="val 9398"/>
            </a:avLst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БД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запросов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бизнес-логика (Алиса)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Templates -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980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69EF0D3-699C-1182-8D05-CEA2BD43B5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7E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961194C-A233-E7D7-A13C-A53A45306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20" y="-93287"/>
            <a:ext cx="10515600" cy="1325563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</a:p>
        </p:txBody>
      </p:sp>
      <p:pic>
        <p:nvPicPr>
          <p:cNvPr id="11" name="Объект 10" descr="Изображение выглядит как текст, снимок экрана, число, Шрифт">
            <a:extLst>
              <a:ext uri="{FF2B5EF4-FFF2-40B4-BE49-F238E27FC236}">
                <a16:creationId xmlns:a16="http://schemas.microsoft.com/office/drawing/2014/main" id="{D2C9838E-4F46-20A4-5359-5364D61CD4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681" r="2135" b="9861"/>
          <a:stretch/>
        </p:blipFill>
        <p:spPr>
          <a:xfrm>
            <a:off x="5320954" y="-5556"/>
            <a:ext cx="6871046" cy="6858000"/>
          </a:xfrm>
        </p:spPr>
      </p:pic>
      <p:sp>
        <p:nvSpPr>
          <p:cNvPr id="9" name="Объект 8">
            <a:extLst>
              <a:ext uri="{FF2B5EF4-FFF2-40B4-BE49-F238E27FC236}">
                <a16:creationId xmlns:a16="http://schemas.microsoft.com/office/drawing/2014/main" id="{5A0BB0BD-B732-A63C-26AF-54744B3382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19290" y="1015999"/>
            <a:ext cx="4889691" cy="5836445"/>
          </a:xfrm>
          <a:prstGeom prst="round2SameRect">
            <a:avLst>
              <a:gd name="adj1" fmla="val 5184"/>
              <a:gd name="adj2" fmla="val 0"/>
            </a:avLst>
          </a:prstGeom>
          <a:solidFill>
            <a:schemeClr val="bg1"/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Используемая база данных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</a:p>
          <a:p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пользователей, тем, вопросов и результатов тестирования</a:t>
            </a:r>
          </a:p>
          <a:p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данными через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ORM (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ru-RU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сущности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–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 системы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–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(раздел обучения)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–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вопрос по теме</a:t>
            </a:r>
          </a:p>
          <a:p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SessionState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текущее состояние пользователя в диалоге с Алисой</a:t>
            </a:r>
          </a:p>
          <a:p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AnswerAttempt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попытки ответов пользователя (результаты тестирования)</a:t>
            </a:r>
          </a:p>
          <a:p>
            <a:pPr marL="0" indent="0">
              <a:buNone/>
            </a:pPr>
            <a:r>
              <a:rPr lang="ru-RU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Связи между сущностями</a:t>
            </a: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→ Question (1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 многим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→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SessionState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1)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→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AnswerAttempt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 многим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→ 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AnswerAttempt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 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 многим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856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8941B3-4EC9-B7D5-DBFD-E6F5B8D4C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E0A5A38-4E7D-2ED3-88E0-EF3CCABFEB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245895"/>
            <a:ext cx="5157787" cy="3943768"/>
          </a:xfrm>
          <a:prstGeom prst="roundRect">
            <a:avLst>
              <a:gd name="adj" fmla="val 9142"/>
            </a:avLst>
          </a:prstGeom>
          <a:solidFill>
            <a:srgbClr val="D7E7FF"/>
          </a:solidFill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проекта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реализована система обучения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объединены веб-интерфейс,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навык Алисы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D6C7170-4989-D872-925F-8630DDA206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45895"/>
            <a:ext cx="5183188" cy="3943768"/>
          </a:xfrm>
          <a:prstGeom prst="roundRect">
            <a:avLst>
              <a:gd name="adj" fmla="val 8938"/>
            </a:avLst>
          </a:prstGeom>
          <a:solidFill>
            <a:srgbClr val="D7E7FF"/>
          </a:solidFill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развития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базы тем и вопросов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улучшение интерфейса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логики диалога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458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F40DD76-788A-A1F2-FC80-35F3BBC5B4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7E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AF914E-91C6-78B8-685A-7137A1C0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внимание!!!</a:t>
            </a:r>
          </a:p>
        </p:txBody>
      </p:sp>
    </p:spTree>
    <p:extLst>
      <p:ext uri="{BB962C8B-B14F-4D97-AF65-F5344CB8AC3E}">
        <p14:creationId xmlns:p14="http://schemas.microsoft.com/office/powerpoint/2010/main" val="32516759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225</Words>
  <Application>Microsoft Office PowerPoint</Application>
  <PresentationFormat>Широкоэкранный</PresentationFormat>
  <Paragraphs>68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Тема Office</vt:lpstr>
      <vt:lpstr>Учебный помощник по python</vt:lpstr>
      <vt:lpstr>Введение</vt:lpstr>
      <vt:lpstr>Реализация проекта</vt:lpstr>
      <vt:lpstr>База данных</vt:lpstr>
      <vt:lpstr>Заключение</vt:lpstr>
      <vt:lpstr>Спасибо за внимание!!!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Арина Шушакова</dc:creator>
  <cp:lastModifiedBy>Арина Шушакова</cp:lastModifiedBy>
  <cp:revision>1</cp:revision>
  <dcterms:created xsi:type="dcterms:W3CDTF">2026-04-27T14:47:53Z</dcterms:created>
  <dcterms:modified xsi:type="dcterms:W3CDTF">2026-04-27T17:28:48Z</dcterms:modified>
</cp:coreProperties>
</file>